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77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435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72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500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41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807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50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596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652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95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8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619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3430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538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05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773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666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51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6344-36E4-49FA-8795-28D54CB8B6E4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21F3E-A193-4537-8A95-D6135DE94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081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CF91-90EE-653C-227F-F9DE81151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777045"/>
            <a:ext cx="9165496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Air Fly Insights: </a:t>
            </a:r>
            <a:br>
              <a:rPr lang="en-US" dirty="0"/>
            </a:br>
            <a:r>
              <a:rPr lang="en-US" dirty="0"/>
              <a:t>Data Visualization and Analysis of Airline Operations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48584-7AB2-9A3D-7850-E0E1BD1EA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693355"/>
            <a:ext cx="9001462" cy="950843"/>
          </a:xfrm>
        </p:spPr>
        <p:txBody>
          <a:bodyPr/>
          <a:lstStyle/>
          <a:p>
            <a:r>
              <a:rPr lang="en-US" dirty="0"/>
              <a:t>Power BI Dashboard Project Presentation</a:t>
            </a:r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F815708-D9C2-9DAF-FF39-E34522B3313F}"/>
              </a:ext>
            </a:extLst>
          </p:cNvPr>
          <p:cNvSpPr txBox="1">
            <a:spLocks/>
          </p:cNvSpPr>
          <p:nvPr/>
        </p:nvSpPr>
        <p:spPr>
          <a:xfrm>
            <a:off x="8161721" y="5208864"/>
            <a:ext cx="3526696" cy="95084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100" dirty="0"/>
              <a:t>Maheshvari A S</a:t>
            </a:r>
          </a:p>
          <a:p>
            <a:pPr algn="l"/>
            <a:r>
              <a:rPr lang="en-US" dirty="0"/>
              <a:t>maheshvari722004@gmail.com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654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087B7-DED1-7ED1-ADBF-CBBF7B49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DC620-B119-699F-BC4A-EBE5BFB29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project focuses on analysing airline operations data using interactive data visualization techniques. A Power BI dashboard was developed to identify patterns in:</a:t>
            </a:r>
          </a:p>
          <a:p>
            <a:r>
              <a:rPr lang="en-IN" dirty="0"/>
              <a:t>• Flight volume</a:t>
            </a:r>
            <a:br>
              <a:rPr lang="en-IN" dirty="0"/>
            </a:br>
            <a:r>
              <a:rPr lang="en-IN" dirty="0"/>
              <a:t>• Delay trends</a:t>
            </a:r>
            <a:br>
              <a:rPr lang="en-IN" dirty="0"/>
            </a:br>
            <a:r>
              <a:rPr lang="en-IN" dirty="0"/>
              <a:t>• Cancellation behaviour</a:t>
            </a:r>
            <a:br>
              <a:rPr lang="en-IN" dirty="0"/>
            </a:br>
            <a:r>
              <a:rPr lang="en-IN" dirty="0"/>
              <a:t>• Airport-level performance</a:t>
            </a:r>
            <a:br>
              <a:rPr lang="en-IN" dirty="0"/>
            </a:br>
            <a:r>
              <a:rPr lang="en-IN" dirty="0"/>
              <a:t>• Airline-wise efficiency</a:t>
            </a:r>
          </a:p>
          <a:p>
            <a:r>
              <a:rPr lang="en-IN" dirty="0"/>
              <a:t>The goal is to convert raw aviation data into actionable visual insights.</a:t>
            </a:r>
          </a:p>
        </p:txBody>
      </p:sp>
    </p:spTree>
    <p:extLst>
      <p:ext uri="{BB962C8B-B14F-4D97-AF65-F5344CB8AC3E}">
        <p14:creationId xmlns:p14="http://schemas.microsoft.com/office/powerpoint/2010/main" val="4249901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6F518-78BF-6295-5246-16B4AC971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9892-A56E-4D7D-3B71-2711A2CF9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35921"/>
            <a:ext cx="10353762" cy="3855279"/>
          </a:xfrm>
        </p:spPr>
        <p:txBody>
          <a:bodyPr>
            <a:normAutofit lnSpcReduction="10000"/>
          </a:bodyPr>
          <a:lstStyle/>
          <a:p>
            <a:r>
              <a:rPr lang="en-IN" dirty="0"/>
              <a:t>Source: Kaggle Airline Flights Dataset</a:t>
            </a:r>
            <a:br>
              <a:rPr lang="en-IN" dirty="0"/>
            </a:br>
            <a:r>
              <a:rPr lang="en-IN" dirty="0"/>
              <a:t>Data Period Used: January 2019 – June 2019</a:t>
            </a:r>
          </a:p>
          <a:p>
            <a:r>
              <a:rPr lang="en-IN" dirty="0"/>
              <a:t>Fields Used in Dashboard:</a:t>
            </a:r>
          </a:p>
          <a:p>
            <a:r>
              <a:rPr lang="en-IN" dirty="0"/>
              <a:t>• Airline</a:t>
            </a:r>
            <a:br>
              <a:rPr lang="en-IN" dirty="0"/>
            </a:br>
            <a:r>
              <a:rPr lang="en-IN" dirty="0"/>
              <a:t>• Origin Airport</a:t>
            </a:r>
            <a:br>
              <a:rPr lang="en-IN" dirty="0"/>
            </a:br>
            <a:r>
              <a:rPr lang="en-IN" dirty="0"/>
              <a:t>• Destination Airport</a:t>
            </a:r>
            <a:br>
              <a:rPr lang="en-IN" dirty="0"/>
            </a:br>
            <a:r>
              <a:rPr lang="en-IN" dirty="0"/>
              <a:t>• Departure Time</a:t>
            </a:r>
            <a:br>
              <a:rPr lang="en-IN" dirty="0"/>
            </a:br>
            <a:r>
              <a:rPr lang="en-IN" dirty="0"/>
              <a:t>• Arrival Delay</a:t>
            </a:r>
            <a:br>
              <a:rPr lang="en-IN" dirty="0"/>
            </a:br>
            <a:r>
              <a:rPr lang="en-IN" dirty="0"/>
              <a:t>• Cancellation Status</a:t>
            </a:r>
            <a:br>
              <a:rPr lang="en-IN" dirty="0"/>
            </a:br>
            <a:r>
              <a:rPr lang="en-IN" dirty="0"/>
              <a:t>• Delay Reasons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41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8B7CE-AED8-8E5B-1813-F8D04B84A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74858-5148-0C3D-BC6E-23B069187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42053"/>
            <a:ext cx="10353762" cy="42804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following preprocessing steps were performed:</a:t>
            </a:r>
          </a:p>
          <a:p>
            <a:r>
              <a:rPr lang="en-US" dirty="0"/>
              <a:t>• Removed duplicate flight records</a:t>
            </a:r>
            <a:br>
              <a:rPr lang="en-US" dirty="0"/>
            </a:br>
            <a:r>
              <a:rPr lang="en-US" dirty="0"/>
              <a:t>• Handled missing values in delay and cancellation columns</a:t>
            </a:r>
            <a:br>
              <a:rPr lang="en-US" dirty="0"/>
            </a:br>
            <a:r>
              <a:rPr lang="en-US" dirty="0"/>
              <a:t>• Corrected data types for date and time fields</a:t>
            </a:r>
            <a:br>
              <a:rPr lang="en-US" dirty="0"/>
            </a:br>
            <a:r>
              <a:rPr lang="en-US" dirty="0"/>
              <a:t>• Split and formatted date–time columns</a:t>
            </a:r>
            <a:br>
              <a:rPr lang="en-US" dirty="0"/>
            </a:br>
            <a:r>
              <a:rPr lang="en-US" dirty="0"/>
              <a:t>• Created new calculated columns such as:</a:t>
            </a:r>
            <a:br>
              <a:rPr lang="en-US" dirty="0"/>
            </a:br>
            <a:r>
              <a:rPr lang="en-US" dirty="0"/>
              <a:t>– Month</a:t>
            </a:r>
            <a:br>
              <a:rPr lang="en-US" dirty="0"/>
            </a:br>
            <a:r>
              <a:rPr lang="en-US" dirty="0"/>
              <a:t>– Day of Week</a:t>
            </a:r>
            <a:br>
              <a:rPr lang="en-US" dirty="0"/>
            </a:br>
            <a:r>
              <a:rPr lang="en-US" dirty="0"/>
              <a:t>– Departure Hour</a:t>
            </a:r>
            <a:br>
              <a:rPr lang="en-US" dirty="0"/>
            </a:br>
            <a:r>
              <a:rPr lang="en-US" dirty="0"/>
              <a:t>– Flight Route (Origin → Destination)</a:t>
            </a:r>
          </a:p>
          <a:p>
            <a:r>
              <a:rPr lang="en-US" dirty="0"/>
              <a:t>This ensured the dataset was accurate, structured, and ready for visual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159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9953-D730-0947-51D6-05F654A8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30" y="0"/>
            <a:ext cx="10353761" cy="1326321"/>
          </a:xfrm>
        </p:spPr>
        <p:txBody>
          <a:bodyPr/>
          <a:lstStyle/>
          <a:p>
            <a:r>
              <a:rPr lang="en-IN" dirty="0"/>
              <a:t>DASHBOARD STRUCTURE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6ABCC15-C080-C27B-7A21-B7495B1F12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13" b="1686"/>
          <a:stretch>
            <a:fillRect/>
          </a:stretch>
        </p:blipFill>
        <p:spPr>
          <a:xfrm>
            <a:off x="1336865" y="1099930"/>
            <a:ext cx="9518270" cy="516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30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CAF6-4197-195B-0096-96F3A7B45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2FA81-2E6D-3375-117A-AE874BEEF8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Top Section: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Airline slicer for filtering by airline</a:t>
            </a:r>
            <a:br>
              <a:rPr lang="en-US" dirty="0"/>
            </a:br>
            <a:r>
              <a:rPr lang="en-US" dirty="0"/>
              <a:t>• Date range filter (01-01-2019 to 30-06-2019)</a:t>
            </a:r>
            <a:br>
              <a:rPr lang="en-US" dirty="0"/>
            </a:br>
            <a:r>
              <a:rPr lang="en-US" dirty="0"/>
              <a:t>• KPI Cards showing:</a:t>
            </a:r>
            <a:br>
              <a:rPr lang="en-US" dirty="0"/>
            </a:br>
            <a:r>
              <a:rPr lang="en-US" dirty="0"/>
              <a:t>– Total Flights (484.55K)</a:t>
            </a:r>
            <a:br>
              <a:rPr lang="en-US" dirty="0"/>
            </a:br>
            <a:r>
              <a:rPr lang="en-US" dirty="0"/>
              <a:t>– Average Arrival Delay (60.91 minutes)</a:t>
            </a:r>
            <a:endParaRPr lang="en-IN" dirty="0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79E5755-0263-B77C-23FC-01687773AE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3788" y="2516457"/>
            <a:ext cx="5094287" cy="284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3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02A0-30B5-D651-F964-E71B372C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F956F-9166-19BB-B065-5EDB3A11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C6B2B-63E3-0646-9956-5C62AE85C0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Middle Section: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Flights by Day of Week bar chart</a:t>
            </a:r>
            <a:br>
              <a:rPr lang="en-US" dirty="0"/>
            </a:br>
            <a:r>
              <a:rPr lang="en-US" dirty="0"/>
              <a:t>• Flights by Month line chart</a:t>
            </a:r>
            <a:br>
              <a:rPr lang="en-US" dirty="0"/>
            </a:br>
            <a:r>
              <a:rPr lang="en-US" dirty="0"/>
              <a:t>• Flights by Departure Hour scatter plot</a:t>
            </a:r>
            <a:br>
              <a:rPr lang="en-US" dirty="0"/>
            </a:br>
            <a:r>
              <a:rPr lang="en-US" dirty="0"/>
              <a:t>• Average Delay by Airline bar chart</a:t>
            </a:r>
            <a:endParaRPr lang="en-IN" dirty="0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C7C8550-E8F8-E60C-5F3A-FDE8418246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3788" y="2516457"/>
            <a:ext cx="5094287" cy="284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2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2968F-5C73-FB1B-9065-77C3F796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A6A3-2660-7137-420B-E46C61C5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43537-329F-28DA-5231-0D386E8FA7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Bottom Section: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• Weather &amp; Delay Reason stacked chart</a:t>
            </a:r>
            <a:br>
              <a:rPr lang="en-US" dirty="0"/>
            </a:br>
            <a:r>
              <a:rPr lang="en-US" dirty="0"/>
              <a:t>• Flights by Origin Airport</a:t>
            </a:r>
            <a:br>
              <a:rPr lang="en-US" dirty="0"/>
            </a:br>
            <a:r>
              <a:rPr lang="en-US" dirty="0"/>
              <a:t>• Flights by Destination Airport</a:t>
            </a:r>
            <a:br>
              <a:rPr lang="en-US" dirty="0"/>
            </a:br>
            <a:r>
              <a:rPr lang="en-US" dirty="0"/>
              <a:t>• Average Delay by Airline comparison chart</a:t>
            </a:r>
            <a:endParaRPr lang="en-IN" dirty="0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93E3918-C0E6-1E33-168A-3303D439F1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3788" y="2516457"/>
            <a:ext cx="5094287" cy="284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81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3EAA-FC20-96CD-6639-8ACC1373A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D52ED-237E-002A-BE91-344878A25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dashboard KPI cards:</a:t>
            </a:r>
          </a:p>
          <a:p>
            <a:r>
              <a:rPr lang="en-US" dirty="0"/>
              <a:t>• Total Flights Analyzed: </a:t>
            </a:r>
            <a:r>
              <a:rPr lang="en-US" b="1" dirty="0"/>
              <a:t>484,550 flights</a:t>
            </a:r>
            <a:br>
              <a:rPr lang="en-US" dirty="0"/>
            </a:br>
            <a:r>
              <a:rPr lang="en-US" dirty="0"/>
              <a:t>• Average Arrival Delay: </a:t>
            </a:r>
            <a:r>
              <a:rPr lang="en-US" b="1" dirty="0"/>
              <a:t>60.91 minutes</a:t>
            </a:r>
            <a:endParaRPr lang="en-US" dirty="0"/>
          </a:p>
          <a:p>
            <a:r>
              <a:rPr lang="en-US" dirty="0"/>
              <a:t>These indicators summarize the operational performance and delay intensity.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595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3E440-304E-275A-BE6B-E26DA7F9C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Flight Volume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94B3-9092-C39D-71D8-10ED8BB57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Insights from the dashboard charts:</a:t>
            </a:r>
          </a:p>
          <a:p>
            <a:r>
              <a:rPr lang="en-US" dirty="0"/>
              <a:t>• March and April show the highest flight volume</a:t>
            </a:r>
            <a:br>
              <a:rPr lang="en-US" dirty="0"/>
            </a:br>
            <a:r>
              <a:rPr lang="en-US" dirty="0"/>
              <a:t>• January and February had comparatively fewer flights</a:t>
            </a:r>
            <a:br>
              <a:rPr lang="en-US" dirty="0"/>
            </a:br>
            <a:r>
              <a:rPr lang="en-US" dirty="0"/>
              <a:t>• Weekdays show consistent traffic, with some variation across days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48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67ED-FC1E-E269-3D05-FB2774D9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Delay Analysis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D8457-44A9-F27D-C2E8-4540C2EB2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Based on visualizations:</a:t>
            </a:r>
          </a:p>
          <a:p>
            <a:r>
              <a:rPr lang="en-IN" dirty="0"/>
              <a:t>• Evening departure hours show higher flight density and delays</a:t>
            </a:r>
            <a:br>
              <a:rPr lang="en-IN" dirty="0"/>
            </a:br>
            <a:r>
              <a:rPr lang="en-IN" dirty="0"/>
              <a:t>• Certain airlines show higher average arrival delays</a:t>
            </a:r>
            <a:br>
              <a:rPr lang="en-IN" dirty="0"/>
            </a:br>
            <a:r>
              <a:rPr lang="en-IN" dirty="0"/>
              <a:t>• Major hub airports showed greater delay values due to congestion</a:t>
            </a:r>
          </a:p>
          <a:p>
            <a:r>
              <a:rPr lang="en-IN" dirty="0"/>
              <a:t>Delay causes </a:t>
            </a:r>
            <a:r>
              <a:rPr lang="en-IN" dirty="0" err="1"/>
              <a:t>analyzed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• Weather delays</a:t>
            </a:r>
            <a:br>
              <a:rPr lang="en-IN" dirty="0"/>
            </a:br>
            <a:r>
              <a:rPr lang="en-IN" dirty="0"/>
              <a:t>• Carrier delays</a:t>
            </a:r>
            <a:br>
              <a:rPr lang="en-IN" dirty="0"/>
            </a:br>
            <a:r>
              <a:rPr lang="en-IN" dirty="0"/>
              <a:t>• NAS (National Airspace System) delays</a:t>
            </a:r>
            <a:br>
              <a:rPr lang="en-IN" dirty="0"/>
            </a:br>
            <a:r>
              <a:rPr lang="en-IN" dirty="0"/>
              <a:t>• Security-related delays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643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B9C2-7F83-97EF-0CB2-E6DFABD97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Cancellation Pattern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4AD7B-A58C-4CAA-3CCF-02D3AA6DC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chart </a:t>
            </a:r>
            <a:r>
              <a:rPr lang="en-US" b="1" dirty="0"/>
              <a:t>“Total Cancelled Flights by Month”</a:t>
            </a:r>
            <a:r>
              <a:rPr lang="en-US" dirty="0"/>
              <a:t>:</a:t>
            </a:r>
          </a:p>
          <a:p>
            <a:r>
              <a:rPr lang="en-US" dirty="0"/>
              <a:t>• Cancellations were lower during mid-months</a:t>
            </a:r>
            <a:br>
              <a:rPr lang="en-US" dirty="0"/>
            </a:br>
            <a:r>
              <a:rPr lang="en-US" dirty="0"/>
              <a:t>• Weather and carrier issues were the dominant causes</a:t>
            </a:r>
            <a:br>
              <a:rPr lang="en-US" dirty="0"/>
            </a:br>
            <a:r>
              <a:rPr lang="en-US" dirty="0"/>
              <a:t>• Cancellation trends were seasonal and varied month-wise</a:t>
            </a:r>
          </a:p>
          <a:p>
            <a:r>
              <a:rPr lang="en-US" dirty="0"/>
              <a:t>This supports airline operational improvement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3829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6D74-5098-7857-9A03-779AAFF5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4" y="224183"/>
            <a:ext cx="10353761" cy="1326321"/>
          </a:xfrm>
        </p:spPr>
        <p:txBody>
          <a:bodyPr/>
          <a:lstStyle/>
          <a:p>
            <a:r>
              <a:rPr lang="en-IN" dirty="0"/>
              <a:t>Airport-Level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19DBE-46C3-622B-360E-73BD6332D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50504"/>
            <a:ext cx="10353762" cy="48370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From dashboard charts:</a:t>
            </a:r>
          </a:p>
          <a:p>
            <a:r>
              <a:rPr lang="en-US" dirty="0"/>
              <a:t>Top origin airports by flight count:</a:t>
            </a:r>
            <a:br>
              <a:rPr lang="en-US" dirty="0"/>
            </a:br>
            <a:r>
              <a:rPr lang="en-US" dirty="0"/>
              <a:t>• ORD</a:t>
            </a:r>
            <a:br>
              <a:rPr lang="en-US" dirty="0"/>
            </a:br>
            <a:r>
              <a:rPr lang="en-US" dirty="0"/>
              <a:t>• DFW</a:t>
            </a:r>
            <a:br>
              <a:rPr lang="en-US" dirty="0"/>
            </a:br>
            <a:r>
              <a:rPr lang="en-US" dirty="0"/>
              <a:t>• ATL</a:t>
            </a:r>
            <a:br>
              <a:rPr lang="en-US" dirty="0"/>
            </a:br>
            <a:r>
              <a:rPr lang="en-US" dirty="0"/>
              <a:t>• DEN</a:t>
            </a:r>
          </a:p>
          <a:p>
            <a:r>
              <a:rPr lang="en-US" dirty="0"/>
              <a:t>Top destination airports:</a:t>
            </a:r>
            <a:br>
              <a:rPr lang="en-US" dirty="0"/>
            </a:br>
            <a:r>
              <a:rPr lang="en-US" dirty="0"/>
              <a:t>• ORD</a:t>
            </a:r>
            <a:br>
              <a:rPr lang="en-US" dirty="0"/>
            </a:br>
            <a:r>
              <a:rPr lang="en-US" dirty="0"/>
              <a:t>• LGA</a:t>
            </a:r>
            <a:br>
              <a:rPr lang="en-US" dirty="0"/>
            </a:br>
            <a:r>
              <a:rPr lang="en-US" dirty="0"/>
              <a:t>• LAX</a:t>
            </a:r>
            <a:br>
              <a:rPr lang="en-US" dirty="0"/>
            </a:br>
            <a:r>
              <a:rPr lang="en-US" dirty="0"/>
              <a:t>• SFO</a:t>
            </a:r>
          </a:p>
          <a:p>
            <a:r>
              <a:rPr lang="en-US" dirty="0"/>
              <a:t>These airports show heavy traffic and higher operational pressure.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248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7B56-50E9-5084-8D2E-488A9099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8BC4D-7794-85EE-AEE8-94770E97B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origin and destination analysis:</a:t>
            </a:r>
          </a:p>
          <a:p>
            <a:r>
              <a:rPr lang="en-US" dirty="0"/>
              <a:t>• High-frequency routes were identified</a:t>
            </a:r>
            <a:br>
              <a:rPr lang="en-US" dirty="0"/>
            </a:br>
            <a:r>
              <a:rPr lang="en-US" dirty="0"/>
              <a:t>• Congested routes showed higher delay patterns</a:t>
            </a:r>
            <a:br>
              <a:rPr lang="en-US" dirty="0"/>
            </a:br>
            <a:r>
              <a:rPr lang="en-US" dirty="0"/>
              <a:t>• Dashboards enabled filtering to analyze specific airport pairs</a:t>
            </a:r>
          </a:p>
          <a:p>
            <a:r>
              <a:rPr lang="en-US" dirty="0"/>
              <a:t>This helps understand traffic flow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328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A0D68-B371-5C64-68A4-F2B0BED6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Implemented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0472DD-AA77-2F97-0DA0-895B286201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78731"/>
            <a:ext cx="5619552" cy="3729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Acquisition and Understanding ✅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Cleaning and Feature Engineering ✅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Univariate and Bivariate Analysis ✅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Delay Cause Analysis ✅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Cancellation and Seasonal Trends ✅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Airport and Route-Level Exploration ✅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BI Dashboard Development ✅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Technical Documentation ✅</a:t>
            </a:r>
          </a:p>
        </p:txBody>
      </p:sp>
    </p:spTree>
    <p:extLst>
      <p:ext uri="{BB962C8B-B14F-4D97-AF65-F5344CB8AC3E}">
        <p14:creationId xmlns:p14="http://schemas.microsoft.com/office/powerpoint/2010/main" val="1964792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7A12-99AF-B0D8-0227-482D91B56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Week-wise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87CB3-7851-43D1-B936-9892126E5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 1–2: Data loading, cleaning, feature creation</a:t>
            </a:r>
            <a:br>
              <a:rPr lang="en-US" dirty="0"/>
            </a:br>
            <a:r>
              <a:rPr lang="en-US" dirty="0"/>
              <a:t>Week 3–4: Visualization and delay analysis</a:t>
            </a:r>
            <a:br>
              <a:rPr lang="en-US" dirty="0"/>
            </a:br>
            <a:r>
              <a:rPr lang="en-US" dirty="0"/>
              <a:t>Week 5–6: Cancellation &amp; route analysis</a:t>
            </a:r>
            <a:br>
              <a:rPr lang="en-US" dirty="0"/>
            </a:br>
            <a:r>
              <a:rPr lang="en-US" dirty="0"/>
              <a:t>Week 7: Dashboard development</a:t>
            </a:r>
            <a:br>
              <a:rPr lang="en-US" dirty="0"/>
            </a:br>
            <a:r>
              <a:rPr lang="en-US" dirty="0"/>
              <a:t>Week 8: Final reporting and presentation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738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DD3D-D3DD-816D-30D9-42020F27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7150E-D70F-2F65-87C4-9525CB5DA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model for delay prediction</a:t>
            </a:r>
          </a:p>
          <a:p>
            <a:r>
              <a:rPr lang="en-US" dirty="0"/>
              <a:t> Real-time dashboard with API integration</a:t>
            </a:r>
          </a:p>
          <a:p>
            <a:r>
              <a:rPr lang="en-US" dirty="0"/>
              <a:t> Advanced airport congestion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607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0243-9CD0-FEEA-2511-CCE14A675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448AB-FD79-EDB9-CA80-6AE91318C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transformed large-scale airline data into meaningful visual insights using Power BI. </a:t>
            </a:r>
          </a:p>
          <a:p>
            <a:r>
              <a:rPr lang="en-US" dirty="0"/>
              <a:t>The dashboard helps identify operational inefficiencies and supports data-driven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6300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E9636-B3F4-8167-0914-CF5A1F2BD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87826"/>
            <a:ext cx="10353761" cy="1326321"/>
          </a:xfrm>
        </p:spPr>
        <p:txBody>
          <a:bodyPr>
            <a:normAutofit/>
          </a:bodyPr>
          <a:lstStyle/>
          <a:p>
            <a:r>
              <a:rPr lang="en-IN" sz="80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43C58-6718-4A1A-7DBF-21AE2F961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821" y="3909391"/>
            <a:ext cx="10353762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Thank you for the opportunity to present this project.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344591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52</TotalTime>
  <Words>750</Words>
  <Application>Microsoft Office PowerPoint</Application>
  <PresentationFormat>Widescreen</PresentationFormat>
  <Paragraphs>70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Bookman Old Style</vt:lpstr>
      <vt:lpstr>Rockwell</vt:lpstr>
      <vt:lpstr>Damask</vt:lpstr>
      <vt:lpstr>Air Fly Insights:  Data Visualization and Analysis of Airline Operations</vt:lpstr>
      <vt:lpstr>Project Overview</vt:lpstr>
      <vt:lpstr>Dataset Description</vt:lpstr>
      <vt:lpstr>Data Cleaning &amp; Preparation</vt:lpstr>
      <vt:lpstr>DASHBOARD STRUCTURE</vt:lpstr>
      <vt:lpstr>DASHBOARD STRUCTURE</vt:lpstr>
      <vt:lpstr>DASHBOARD STRUCTURE</vt:lpstr>
      <vt:lpstr>DASHBOARD STRUCTURE</vt:lpstr>
      <vt:lpstr>Key Performance Indicators</vt:lpstr>
      <vt:lpstr>Flight Volume Analysis</vt:lpstr>
      <vt:lpstr>Delay Analysis Results</vt:lpstr>
      <vt:lpstr>Cancellation Pattern Analysis</vt:lpstr>
      <vt:lpstr>Airport-Level Performance</vt:lpstr>
      <vt:lpstr>Route Analysis</vt:lpstr>
      <vt:lpstr>Modules Implemented</vt:lpstr>
      <vt:lpstr>Week-wise Execution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Maheshvari Sundar raj</dc:creator>
  <cp:lastModifiedBy>Maheshvari Sundar raj</cp:lastModifiedBy>
  <cp:revision>1</cp:revision>
  <dcterms:created xsi:type="dcterms:W3CDTF">2025-12-09T05:25:24Z</dcterms:created>
  <dcterms:modified xsi:type="dcterms:W3CDTF">2025-12-09T06:17:40Z</dcterms:modified>
</cp:coreProperties>
</file>